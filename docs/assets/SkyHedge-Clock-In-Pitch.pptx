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8067e8af3547f6" /><Relationship Type="http://schemas.openxmlformats.org/officeDocument/2006/relationships/extended-properties" Target="/docProps/app.xml" Id="R8cdaec79282a4081" /><Relationship Type="http://schemas.openxmlformats.org/officeDocument/2006/relationships/officeDocument" Target="/ppt/presentation.xml" Id="Rec65602b000342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4fd75cbe5a4ea9"/>
  </p:sldMasterIdLst>
  <p:notesMasterIdLst>
    <p:notesMasterId xmlns:r="http://schemas.openxmlformats.org/officeDocument/2006/relationships" r:id="R9a6bf23e3a5f4a23"/>
  </p:notesMasterIdLst>
  <p:sldIdLst>
    <p:sldId xmlns:r="http://schemas.openxmlformats.org/officeDocument/2006/relationships" id="256" r:id="R703a653409974c76"/>
    <p:sldId xmlns:r="http://schemas.openxmlformats.org/officeDocument/2006/relationships" id="257" r:id="R7099bfa133734d25"/>
    <p:sldId xmlns:r="http://schemas.openxmlformats.org/officeDocument/2006/relationships" id="258" r:id="R4de9ebe46a444a63"/>
    <p:sldId xmlns:r="http://schemas.openxmlformats.org/officeDocument/2006/relationships" id="259" r:id="R728f838ba6f04587"/>
    <p:sldId xmlns:r="http://schemas.openxmlformats.org/officeDocument/2006/relationships" id="260" r:id="R4c6c4ded7aca48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d82c49b25b4622" /><Relationship Type="http://schemas.openxmlformats.org/officeDocument/2006/relationships/slideMaster" Target="/ppt/slideMasters/slideMaster1.xml" Id="Rf94fd75cbe5a4ea9" /><Relationship Type="http://schemas.openxmlformats.org/officeDocument/2006/relationships/notesMaster" Target="/ppt/notesMasters/notesMaster1.xml" Id="R9a6bf23e3a5f4a23" /><Relationship Type="http://schemas.openxmlformats.org/officeDocument/2006/relationships/presProps" Target="/ppt/presProps.xml" Id="R0b0c948c425e4aed" /><Relationship Type="http://schemas.openxmlformats.org/officeDocument/2006/relationships/tableStyles" Target="/ppt/tableStyles.xml" Id="R7f835a5208be45b5" /><Relationship Type="http://schemas.openxmlformats.org/officeDocument/2006/relationships/slide" Target="/ppt/slides/slide1.xml" Id="R703a653409974c76" /><Relationship Type="http://schemas.openxmlformats.org/officeDocument/2006/relationships/slide" Target="/ppt/slides/slide2.xml" Id="R7099bfa133734d25" /><Relationship Type="http://schemas.openxmlformats.org/officeDocument/2006/relationships/slide" Target="/ppt/slides/slide3.xml" Id="R4de9ebe46a444a63" /><Relationship Type="http://schemas.openxmlformats.org/officeDocument/2006/relationships/slide" Target="/ppt/slides/slide4.xml" Id="R728f838ba6f04587" /><Relationship Type="http://schemas.openxmlformats.org/officeDocument/2006/relationships/slide" Target="/ppt/slides/slide5.xml" Id="R4c6c4ded7aca48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41df0132b049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f25c2afa4145a7" /><Relationship Type="http://schemas.openxmlformats.org/officeDocument/2006/relationships/notesMaster" Target="/ppt/notesMasters/notesMaster1.xml" Id="R978ee2ca0e1d4a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94c3c59c4f4424" /><Relationship Type="http://schemas.openxmlformats.org/officeDocument/2006/relationships/notesMaster" Target="/ppt/notesMasters/notesMaster1.xml" Id="Re10ce2b32bb64c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2d647a37db4c90" /><Relationship Type="http://schemas.openxmlformats.org/officeDocument/2006/relationships/notesMaster" Target="/ppt/notesMasters/notesMaster1.xml" Id="R7dc57b8eeee04c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2e8c4a843a4a0a" /><Relationship Type="http://schemas.openxmlformats.org/officeDocument/2006/relationships/notesMaster" Target="/ppt/notesMasters/notesMaster1.xml" Id="Re745e7e8b72d4a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fa95e00fab4ff1" /><Relationship Type="http://schemas.openxmlformats.org/officeDocument/2006/relationships/notesMaster" Target="/ppt/notesMasters/notesMaster1.xml" Id="R4f615d5ce2dc4e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SkyHedge Mobile hackathon pitch. Product behavior and build status reflect the repository as of September 30,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large dash is an intentional illustration of the app's unavailable-data state, not a live measurement. The shipped app renders values only from the SkyHedge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summary from the SkyHedge Android source and existing API routes. NOAA is the sole settlement source; WeatherXM is supplemental context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Features listed here are implemented in mobile/App.tsx and mobile/src/wallet.ts. Physical-device and MWA compatibility still need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checks completed in the separate codex/clock-in-mobile worktree on September 30, 2026. No APK or physical-device run has been completed. EAS cloud builds upload app source to Expo; a local Android SDK or explicitly authorized EAS build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65bd1e6c141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5ad7049c184882" /><Relationship Type="http://schemas.openxmlformats.org/officeDocument/2006/relationships/slideLayout" Target="/ppt/slideLayouts/slideLayout1.xml" Id="Rfdc84b906aef4c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c84b906aef4c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df7059578461e" /><Relationship Type="http://schemas.openxmlformats.org/officeDocument/2006/relationships/notesSlide" Target="/ppt/notesSlides/notesSlide1.xml" Id="R07d67134a81c41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f1155a2164ff8" /><Relationship Type="http://schemas.openxmlformats.org/officeDocument/2006/relationships/notesSlide" Target="/ppt/notesSlides/notesSlide2.xml" Id="R1b764f306e0543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0a31db09442f1" /><Relationship Type="http://schemas.openxmlformats.org/officeDocument/2006/relationships/notesSlide" Target="/ppt/notesSlides/notesSlide3.xml" Id="Re74bb480d82d4f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e2acda1254e05" /><Relationship Type="http://schemas.openxmlformats.org/officeDocument/2006/relationships/notesSlide" Target="/ppt/notesSlides/notesSlide4.xml" Id="Rdf9c592802294f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777899d984460" /><Relationship Type="http://schemas.openxmlformats.org/officeDocument/2006/relationships/notesSlide" Target="/ppt/notesSlides/notesSlide5.xml" Id="R1e39f6d5bb4842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21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C4D9D-18BC-41F2-B4B1-4805F0B8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62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BE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BEA72"/>
                </a:solidFill>
                <a:latin typeface="Helvetica Neue"/>
                <a:ea typeface="Helvetica Neue"/>
                <a:cs typeface="Helvetica Neue"/>
              </a:rPr>
              <a:t>SKYHEDGE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4695D-6FC1-4949-9449-4FD3D97F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838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Rainfall protection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 Solana Mobile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8E459-5A92-44E7-9921-D27A1EE3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7667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4E2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4E2E5"/>
                </a:solidFill>
                <a:latin typeface="Helvetica Neue"/>
                <a:ea typeface="Helvetica Neue"/>
                <a:cs typeface="Helvetica Neue"/>
              </a:rPr>
              <a:t>A native Android view of NOAA rainfall, market evidence, and Devnet portfolio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68640-0DDF-4EB7-8F6B-AD880247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2543175" cy="885825"/>
          </a:xfrm>
          <a:prstGeom xmlns:a="http://schemas.openxmlformats.org/drawingml/2006/main" prst="roundRect">
            <a:avLst>
              <a:gd name="adj" fmla="val 17204"/>
            </a:avLst>
          </a:prstGeom>
          <a:solidFill xmlns:a="http://schemas.openxmlformats.org/drawingml/2006/main">
            <a:srgbClr val="143B4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FD0C5-9953-4015-A9BD-AEB730FC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214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NOAA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Observed rainfall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C28BE-A9CA-4027-BC28-38CA7C87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00600"/>
            <a:ext cx="2543175" cy="885825"/>
          </a:xfrm>
          <a:prstGeom xmlns:a="http://schemas.openxmlformats.org/drawingml/2006/main" prst="roundRect">
            <a:avLst>
              <a:gd name="adj" fmla="val 17204"/>
            </a:avLst>
          </a:prstGeom>
          <a:solidFill xmlns:a="http://schemas.openxmlformats.org/drawingml/2006/main">
            <a:srgbClr val="143B4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092C6-BE72-4F6B-8E22-C1F6088E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05375"/>
            <a:ext cx="214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SKYHEDGE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Native Android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8482E-A001-4E2D-BFB5-8E3CFB7B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00600"/>
            <a:ext cx="2543175" cy="885825"/>
          </a:xfrm>
          <a:prstGeom xmlns:a="http://schemas.openxmlformats.org/drawingml/2006/main" prst="roundRect">
            <a:avLst>
              <a:gd name="adj" fmla="val 17204"/>
            </a:avLst>
          </a:prstGeom>
          <a:solidFill xmlns:a="http://schemas.openxmlformats.org/drawingml/2006/main">
            <a:srgbClr val="143B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05E8A-39BD-4FB9-876A-2AF8030F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05375"/>
            <a:ext cx="214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SOLANA DEVNET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Wallet portfolio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81375" y="5243513"/>
            <a:ext cx="14192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EA72"/>
            </a:solidFill>
            <a:prstDash val="solid"/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43775" y="5243513"/>
            <a:ext cx="14192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EA72"/>
            </a:solidFill>
            <a:prstDash val="solid"/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322FE-1459-4D7E-ACD6-9905E99B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220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FC6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FC6CA"/>
                </a:solidFill>
                <a:latin typeface="Helvetica Neue"/>
                <a:ea typeface="Helvetica Neue"/>
                <a:cs typeface="Helvetica Neue"/>
              </a:rPr>
              <a:t>MOBILE CATEGORY  /  SOLO BUILDER  /  PROTOTYPE</a:t>
            </a:r>
          </a:p>
        </p:txBody>
      </p:sp>
    </p:spTree>
    <p:extLst>
      <p:ext uri="{BB962C8B-B14F-4D97-AF65-F5344CB8AC3E}">
        <p14:creationId xmlns:p14="http://schemas.microsoft.com/office/powerpoint/2010/main" val="1173870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D3FA0-264D-4DEE-8C84-45E5153D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E907D-7ECD-4501-BD4E-9EEF461F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67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A rainfall index you can inspect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30291-1568-48B9-A9BC-D7C9E139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The Android client keeps the location, observation window, and data availability in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D3AA4-3B04-449C-B5BF-072DAD6E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6672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AED9F-B309-4234-886F-CACFF5CE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rPr>
              <a:t>FIELD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DBCEA-3C3C-4959-8C13-1857D510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Des Moines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4F6FE-4D31-4800-BF09-FC508B89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CURRENT WEEK · NOAA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DA13A-13BC-4694-B03E-CF9F862A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42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4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878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878B9"/>
                </a:solidFill>
                <a:latin typeface="Helvetica Neue"/>
                <a:ea typeface="Helvetica Neue"/>
                <a:cs typeface="Helvetica Neue"/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0EFD5-929C-495A-9471-0670C700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DEA6B-9D8E-4338-B7C0-E70F0345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29200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Unavailable data stays blank.</a:t>
            </a:r>
          </a:p>
          <a:p xmlns:a="http://schemas.openxmlformats.org/drawingml/2006/main">
            <a:pPr algn="l">
              <a:defRPr sz="15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No value is estimated.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5DC4A-1C8D-42DC-B59C-78263BBD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rPr>
              <a:t>WEEKLY WINDOW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062D1-D16D-4F9D-8F87-C0B381F5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19425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1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One published station.</a:t>
            </a:r>
          </a:p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One defined observation window.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3BDB7-F782-4D55-856C-497BE12C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24350"/>
            <a:ext cx="5000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83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Choose a location and inspect the latest NOAA index plus completed-week history. The screen labels observations as observations, not forecasts.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81B2F-8866-4053-8750-C522A5C5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10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5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A5800"/>
                </a:solidFill>
                <a:latin typeface="Helvetica Neue"/>
                <a:ea typeface="Helvetica Neue"/>
                <a:cs typeface="Helvetica Neue"/>
              </a:rPr>
              <a:t>LIVE API RESPONSE REQUIRED FOR A REAL READING</a:t>
            </a:r>
          </a:p>
        </p:txBody>
      </p:sp>
    </p:spTree>
    <p:extLst>
      <p:ext uri="{BB962C8B-B14F-4D97-AF65-F5344CB8AC3E}">
        <p14:creationId xmlns:p14="http://schemas.microsoft.com/office/powerpoint/2010/main" val="1587919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A135C-1BDE-4C86-A182-C07EDF42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13942-0919-481D-A086-118D84C1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67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Evidence gates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2ABA1-7C47-4434-89B3-C97FC9C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The phone reads live SkyHedge services and preserves the protocol's release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B83B9-8B48-43CA-B179-9239F577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2288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F1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29FC4-2714-4893-AA3E-29A8BEB4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241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8B9"/>
                </a:solidFill>
                <a:latin typeface="Helvetica Neue"/>
                <a:ea typeface="Helvetica Neue"/>
                <a:cs typeface="Helvetica Neue"/>
              </a:rPr>
              <a:t>NOAA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4CF2B-ED5B-4C86-997C-DB733FAC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4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Rainfall observations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for a station and window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B8C7F-E16C-4CE2-B5B6-374139E4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22288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3A23C-8E10-46AA-B400-1FCB7E1C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241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rPr>
              <a:t>SKYHEDGE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77A25-A299-427F-9F6B-202EC11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099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5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Index, research catalog,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release status, portfolio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0DC4F-41B3-4BE6-B80C-A9CB2510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22288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E3B5E-2904-4A98-8408-5AD1D1D3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241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98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A5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8A5800"/>
                </a:solidFill>
                <a:latin typeface="Helvetica Neue"/>
                <a:ea typeface="Helvetica Neue"/>
                <a:cs typeface="Helvetica Neue"/>
              </a:rPr>
              <a:t>RELEASE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F4753-73CA-4725-98B7-AD8900F8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1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Unvalidated evidence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keeps checkout 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23C03-4863-4344-8D93-1C467797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43200"/>
            <a:ext cx="22288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C0B24-E6AC-4E2C-8519-C28B9B13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241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rPr>
              <a:t>SOLANA DEVNET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1D1A5-51AC-41A7-BBE9-2892DC66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099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Wallet authorization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and indexed positions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09900" y="3581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8B9"/>
            </a:solidFill>
            <a:prstDash val="solid"/>
            <a:tailEnd type="triangle" w="med" len="me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48350" y="3581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A55"/>
            </a:solidFill>
            <a:prstDash val="solid"/>
            <a:tail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86800" y="35814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A55"/>
            </a:solidFill>
            <a:prstDash val="solid"/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A0E3F-BB3E-4FD7-9035-A6E9286A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10344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4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MWA connection requests a public address only. The current mobile build does not create a purchase or transaction.</a:t>
            </a:r>
          </a:p>
        </p:txBody>
      </p:sp>
    </p:spTree>
    <p:extLst>
      <p:ext uri="{BB962C8B-B14F-4D97-AF65-F5344CB8AC3E}">
        <p14:creationId xmlns:p14="http://schemas.microsoft.com/office/powerpoint/2010/main" val="2124471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5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177F02-7521-4E5C-92E0-245AE6E3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rPr>
              <a:t>MOBILE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D11D5-D0BD-4E7F-8ECC-DEE97637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67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Built for the Android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D34EA-9DB6-4A6E-945A-51E3B8DC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A distinct native client connects SkyHedge's evidence and portfolio services to Solana Mobile.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D96E5-524F-448F-8E78-4D0E6CF9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838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0878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0878B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84CB1-134F-409B-9083-AFD55C9B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6697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Native screens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00364-907B-4E6B-BAAD-A23F3175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4610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React Native navigation for weather, market research, and wallet views. No WebView wrapper.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679A9-9EAA-4F02-9FE2-1D0DE25F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48125"/>
            <a:ext cx="376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3B7DE-D536-45CE-9BBC-A2A76FA8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838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287A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38289-20AC-41E8-8C43-9B92F29F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6722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A3A"/>
                </a:solidFill>
                <a:latin typeface="Helvetica Neue"/>
                <a:ea typeface="Helvetica Neue"/>
                <a:cs typeface="Helvetica Neue"/>
              </a:rPr>
              <a:t>On-device wallet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C42CD-5E56-411E-A858-2CE0819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91100"/>
            <a:ext cx="4610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73"/>
                </a:solidFill>
                <a:latin typeface="Helvetica Neue"/>
                <a:ea typeface="Helvetica Neue"/>
                <a:cs typeface="Helvetica Neue"/>
              </a:rPr>
              <a:t>Solana Mobile Wallet Adapter requests Devnet authorization and reads the portfolio.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1018D-657D-42B9-85E7-FBA7B655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33650"/>
            <a:ext cx="4095750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09212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E69B8-B757-4AA8-AFC0-25BE7104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BE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BEA72"/>
                </a:solidFill>
                <a:latin typeface="Helvetica Neue"/>
                <a:ea typeface="Helvetica Neue"/>
                <a:cs typeface="Helvetica Neue"/>
              </a:rPr>
              <a:t>DATA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D808F-71F5-4A4A-90AB-88CFB697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90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NOAA is the settlement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42094-8C09-41AC-A891-ACB9925F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86225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1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Research markets stay research-only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BE3D6-D1F9-4F34-BAAF-6EAF4534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4345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32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Positions come from indexed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B5F07-E017-406C-9BA9-CEF25BB8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006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D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7CDD0"/>
                </a:solidFill>
                <a:latin typeface="Helvetica Neue"/>
                <a:ea typeface="Helvetica Neue"/>
                <a:cs typeface="Helvetica Neue"/>
              </a:rPr>
              <a:t>No simulated observations or positions</a:t>
            </a:r>
          </a:p>
        </p:txBody>
      </p:sp>
    </p:spTree>
    <p:extLst>
      <p:ext uri="{BB962C8B-B14F-4D97-AF65-F5344CB8AC3E}">
        <p14:creationId xmlns:p14="http://schemas.microsoft.com/office/powerpoint/2010/main" val="17725400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21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EA82B-66CA-4495-B21B-D4E00977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800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E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BEA72"/>
                </a:solidFill>
                <a:latin typeface="Helvetica Neue"/>
                <a:ea typeface="Helvetica Neue"/>
                <a:cs typeface="Helvetica Neue"/>
              </a:rPr>
              <a:t>BUILD STATUS  /  SEPTEMBER 30,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7C3FE-0082-45C9-B9B7-F1F0EAF6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7772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client bundles.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Device proof is next.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24DD4-68CC-4252-B77B-A81E54C4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572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43B4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0EF4B-2490-4F3A-AEF9-47CF3401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24225"/>
            <a:ext cx="3714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BEA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BEA72"/>
                </a:solidFill>
                <a:latin typeface="Helvetica Neue"/>
                <a:ea typeface="Helvetica Neue"/>
                <a:cs typeface="Helvetica Neue"/>
              </a:rPr>
              <a:t>READY IN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08052-757F-441C-89E9-B31492AF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771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Type-check passes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Android project generated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Android JavaScript bundle exported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C2425-41F5-4B85-A42C-A683FC27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47625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213A4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F0C1D-C8D7-4A4B-8538-9202C921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24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D2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D27A"/>
                </a:solidFill>
                <a:latin typeface="Helvetica Neue"/>
                <a:ea typeface="Helvetica Neue"/>
                <a:cs typeface="Helvetica Neue"/>
              </a:rPr>
              <a:t>NEEDS DEVICE VERIFICATION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CF7D8-E6D1-4C3D-AFE5-B5720741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3962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and install the APK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 an MWA-compatible wallet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Record the live demo with HTTPS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933EB-D7D9-40ED-AB33-16ECD6EB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29325"/>
            <a:ext cx="876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D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7CDD0"/>
                </a:solidFill>
                <a:latin typeface="Helvetica Neue"/>
                <a:ea typeface="Helvetica Neue"/>
                <a:cs typeface="Helvetica Neue"/>
              </a:rPr>
              <a:t>Repository: github.com/msourial/SkyHedge-Sol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DD759-ABD8-4A89-924B-1F1A31FA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1A9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9AE"/>
                </a:solidFill>
                <a:latin typeface="Helvetica Neue"/>
                <a:ea typeface="Helvetica Neue"/>
                <a:cs typeface="Helvetica Neue"/>
              </a:rPr>
              <a:t>SkyHedge  /  Clock In Mobile</a:t>
            </a:r>
          </a:p>
        </p:txBody>
      </p:sp>
    </p:spTree>
    <p:extLst>
      <p:ext uri="{BB962C8B-B14F-4D97-AF65-F5344CB8AC3E}">
        <p14:creationId xmlns:p14="http://schemas.microsoft.com/office/powerpoint/2010/main" val="1018761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2026-09-30T06:04:45.9110000Z</dcterms:created>
  <dcterms:modified xsi:type="dcterms:W3CDTF">2026-09-30T06:04:45.9110000Z</dcterms:modified>
</coreProperties>
</file>