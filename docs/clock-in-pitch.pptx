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3CC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MOBILE · CLOCK 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45952" y="3291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941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SKYHEDGE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764792"/>
            <a:ext cx="67665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risk,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receipt.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594360" y="3995928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 evidence  →  clear protection terms  →  wallet approval  →  finalized Solana proof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19288" y="1170432"/>
            <a:ext cx="3383280" cy="4315968"/>
          </a:xfrm>
          <a:prstGeom prst="roundRect">
            <a:avLst>
              <a:gd name="adj" fmla="val 4595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8641080" y="1929384"/>
            <a:ext cx="2176272" cy="2176272"/>
          </a:xfrm>
          <a:prstGeom prst="arc">
            <a:avLst/>
          </a:prstGeom>
          <a:solidFill>
            <a:srgbClr val="171C2A">
              <a:alpha val="0"/>
            </a:srgbClr>
          </a:solidFill>
          <a:ln w="101600">
            <a:solidFill>
              <a:srgbClr val="19E6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87384" y="249631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13064" y="4288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5998464"/>
            <a:ext cx="8869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Devnet pilot · SKYT has no real-world value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3CC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45952" y="3291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932688"/>
            <a:ext cx="10698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loss is personal.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should be inspectable.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76072" y="2697480"/>
            <a:ext cx="10744200" cy="859536"/>
          </a:xfrm>
          <a:prstGeom prst="roundRect">
            <a:avLst>
              <a:gd name="adj" fmla="val 18085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907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72768" y="2843784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place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2825496"/>
            <a:ext cx="6309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farm, an event, or another rainfall-exposed plan.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" y="3785616"/>
            <a:ext cx="10744200" cy="859536"/>
          </a:xfrm>
          <a:prstGeom prst="roundRect">
            <a:avLst>
              <a:gd name="adj" fmla="val 18085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72768" y="39319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trigger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913632"/>
            <a:ext cx="6309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station, dates, units, fixed payout, and maximum test cost.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" y="4873752"/>
            <a:ext cx="10744200" cy="859536"/>
          </a:xfrm>
          <a:prstGeom prst="roundRect">
            <a:avLst>
              <a:gd name="adj" fmla="val 18085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50840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72768" y="502005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deliberately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5001768"/>
            <a:ext cx="6309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invisible transaction: the wallet signs only after review.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3CC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45952" y="3291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phone-native decision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792224"/>
            <a:ext cx="5989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place → inspect rainfall evidence → review a SKYT test contract → approve in an MWA-compatible wallet.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5216" y="3227832"/>
            <a:ext cx="5989320" cy="1426464"/>
          </a:xfrm>
          <a:prstGeom prst="roundRect">
            <a:avLst>
              <a:gd name="adj" fmla="val 10897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34655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 by design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394106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Research-only markets stay blocked. Missing NOAA data is never filled with an estimate.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59253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on the Seeker from the production-API APK.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813816"/>
            <a:ext cx="3127248" cy="5550408"/>
          </a:xfrm>
          <a:prstGeom prst="roundRect">
            <a:avLst>
              <a:gd name="adj" fmla="val 4971"/>
            </a:avLst>
          </a:prstGeom>
          <a:solidFill>
            <a:srgbClr val="222A3C"/>
          </a:solidFill>
          <a:ln w="12700">
            <a:solidFill>
              <a:srgbClr val="222A3C"/>
            </a:solidFill>
            <a:prstDash val="solid"/>
          </a:ln>
        </p:spPr>
      </p:sp>
      <p:pic>
        <p:nvPicPr>
          <p:cNvPr id="11" name="Image 0" descr="/Users/m/Documents/Codex/2026-08-12/i-would-stop-positioning-v1-as/work/SkyHedge-clock-in/docs/assets/clock-in-seeker-expl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56" y="932688"/>
            <a:ext cx="2359152" cy="5248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3CC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45952" y="3291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05256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attests.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enforces.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816352"/>
            <a:ext cx="3355848" cy="1901952"/>
          </a:xfrm>
          <a:prstGeom prst="roundRect">
            <a:avLst>
              <a:gd name="adj" fmla="val 8173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136392"/>
            <a:ext cx="219456" cy="219456"/>
          </a:xfrm>
          <a:prstGeom prst="ellipse">
            <a:avLst/>
          </a:prstGeom>
          <a:solidFill>
            <a:srgbClr val="83CCED"/>
          </a:solidFill>
          <a:ln w="12700">
            <a:solidFill>
              <a:srgbClr val="83CC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9536" y="3758184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station observation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pinned window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6552" y="2816352"/>
            <a:ext cx="3355848" cy="1901952"/>
          </a:xfrm>
          <a:prstGeom prst="roundRect">
            <a:avLst>
              <a:gd name="adj" fmla="val 8173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136392"/>
            <a:ext cx="219456" cy="219456"/>
          </a:xfrm>
          <a:prstGeom prst="ellipse">
            <a:avLst/>
          </a:prstGeom>
          <a:solidFill>
            <a:srgbClr val="AF8BFF"/>
          </a:solidFill>
          <a:ln w="12700">
            <a:solidFill>
              <a:srgbClr val="AF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SkyHedge signer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81728" y="3758184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attestation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source hash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38744" y="2816352"/>
            <a:ext cx="3355848" cy="1901952"/>
          </a:xfrm>
          <a:prstGeom prst="roundRect">
            <a:avLst>
              <a:gd name="adj" fmla="val 8173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3136392"/>
            <a:ext cx="219456" cy="219456"/>
          </a:xfrm>
          <a:prstGeom prst="ellipse">
            <a:avLst/>
          </a:prstGeom>
          <a:solidFill>
            <a:srgbClr val="19E6A3"/>
          </a:solidFill>
          <a:ln w="12700">
            <a:solidFill>
              <a:srgbClr val="19E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2248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program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503920" y="3758184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signer and rules;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claim transfer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" y="5285232"/>
            <a:ext cx="10789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hash is an audit link, not independent proof that NOAA was truthful. No live payout is claimed before the real observation and final-data period.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3CC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STATUS AND NEXT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45952" y="3291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journey beats twelve promises.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94360" y="1938528"/>
            <a:ext cx="5248656" cy="3328416"/>
          </a:xfrm>
          <a:prstGeom prst="roundRect">
            <a:avLst>
              <a:gd name="adj" fmla="val 4670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E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44531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APK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Devnet program + IDL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 station and pricing package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Finalized chain-status reads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938528"/>
            <a:ext cx="5248656" cy="3328416"/>
          </a:xfrm>
          <a:prstGeom prst="roundRect">
            <a:avLst>
              <a:gd name="adj" fmla="val 4670"/>
            </a:avLst>
          </a:prstGeom>
          <a:solidFill>
            <a:srgbClr val="171C2A"/>
          </a:solidFill>
          <a:ln w="12700">
            <a:solidFill>
              <a:srgbClr val="171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PILOT GATES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5664" y="2743200"/>
            <a:ext cx="44805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expired empty Draft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fund, and open a fresh market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one non-admin mobile test purchase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finalized position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572414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valueless Devnet SKYT. Later: regulated USD/USDC collateral, more locations, and operational oracle automation.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SkyHedge — weather protection with verifiable evidence</dc:title>
  <dc:subject>CLOCK IN Solana Mobile submission</dc:subject>
  <dc:creator>SkyHedge</dc:creator>
  <cp:lastModifiedBy>SkyHedge</cp:lastModifiedBy>
  <cp:revision>1</cp:revision>
  <dcterms:created xsi:type="dcterms:W3CDTF">2026-10-06T10:28:10Z</dcterms:created>
  <dcterms:modified xsi:type="dcterms:W3CDTF">2026-10-06T10:28:10Z</dcterms:modified>
</cp:coreProperties>
</file>